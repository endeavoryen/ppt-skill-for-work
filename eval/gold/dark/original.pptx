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LLM Architecture Update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Gemma 4 / Laguna / ZAYA1 / DeepSeek V4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Introduction</a:t>
            </a:r>
          </a:p>
          <a:p>
            <a:pPr/>
            <a:r>
              <a:t>Gemma 4</a:t>
            </a:r>
          </a:p>
          <a:p>
            <a:pPr/>
            <a:r>
              <a:t>Laguna XS.2</a:t>
            </a:r>
          </a:p>
          <a:p>
            <a:pPr/>
            <a:r>
              <a:t>ZAYA1-8B</a:t>
            </a:r>
          </a:p>
          <a:p>
            <a:pPr/>
            <a:r>
              <a:t>DeepSeek V4</a:t>
            </a:r>
          </a:p>
          <a:p>
            <a:pPr/>
            <a:r>
              <a:t>Conclusion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Background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LLMs are getting better</a:t>
            </a:r>
          </a:p>
          <a:p>
            <a:pPr/>
            <a:r>
              <a:t>Context is longer</a:t>
            </a:r>
          </a:p>
          <a:p>
            <a:pPr/>
            <a:r>
              <a:t>There are many new models in 2026</a:t>
            </a:r>
          </a:p>
          <a:p>
            <a:pPr/>
            <a:r>
              <a:t>Architecture is important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Gemma 4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r>
              <a:t>E2B and E4B for devices</a:t>
            </a:r>
          </a:p>
          <a:p>
            <a:pPr/>
            <a:r>
              <a:t>26B MoE</a:t>
            </a:r>
          </a:p>
          <a:p>
            <a:pPr/>
            <a:r>
              <a:t>31B dense</a:t>
            </a:r>
          </a:p>
          <a:p>
            <a:pPr/>
            <a:r>
              <a:t>Uses GQA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r>
              <a:t>KV sharing across layers</a:t>
            </a:r>
          </a:p>
          <a:p>
            <a:pPr/>
            <a:r>
              <a:t>PLE embeddings</a:t>
            </a:r>
          </a:p>
          <a:p>
            <a:pPr/>
            <a:r>
              <a:t>Saves memory</a:t>
            </a:r>
          </a:p>
          <a:p>
            <a:pPr/>
            <a:r>
              <a:t>Code on GitHub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Laguna XS.2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Poolside coding model</a:t>
            </a:r>
          </a:p>
          <a:p>
            <a:pPr/>
            <a:r>
              <a:t>40 layers</a:t>
            </a:r>
          </a:p>
          <a:p>
            <a:pPr/>
            <a:r>
              <a:t>Sliding window + global attention</a:t>
            </a:r>
          </a:p>
          <a:p>
            <a:pPr/>
            <a:r>
              <a:t>Different query heads per layer</a:t>
            </a:r>
          </a:p>
          <a:p>
            <a:pPr/>
            <a:r>
              <a:t>Similar to OpenELM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ZAYA1-8B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Zyphra model on AMD GPUs</a:t>
            </a:r>
          </a:p>
          <a:p>
            <a:pPr/>
            <a:r>
              <a:t>Compressed Convolutional Attention</a:t>
            </a:r>
          </a:p>
          <a:p>
            <a:pPr/>
            <a:r>
              <a:t>Related to MLA</a:t>
            </a:r>
          </a:p>
          <a:p>
            <a:pPr/>
            <a:r>
              <a:t>MoE with one expert</a:t>
            </a:r>
          </a:p>
          <a:p>
            <a:pPr/>
            <a:r>
              <a:t>Paper on arXiv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DeepSeek V4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Biggest release this year</a:t>
            </a:r>
          </a:p>
          <a:p>
            <a:pPr/>
            <a:r>
              <a:t>mHC residual streams</a:t>
            </a:r>
          </a:p>
          <a:p>
            <a:pPr/>
            <a:r>
              <a:t>CSA and HCA compression</a:t>
            </a:r>
          </a:p>
          <a:p>
            <a:pPr/>
            <a:r>
              <a:t>Better than V3.2</a:t>
            </a:r>
          </a:p>
          <a:p>
            <a:pPr/>
            <a:r>
              <a:t>Very sparse MoE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Numbers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Some memory savings</a:t>
            </a:r>
          </a:p>
          <a:p>
            <a:pPr/>
            <a:r>
              <a:t>Long context is cheaper</a:t>
            </a:r>
          </a:p>
          <a:p>
            <a:pPr/>
            <a:r>
              <a:t>Lots of complexity</a:t>
            </a:r>
          </a:p>
          <a:p>
            <a:pPr/>
            <a:r>
              <a:t>Need to keep learning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