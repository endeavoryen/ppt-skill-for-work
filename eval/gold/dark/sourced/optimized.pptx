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推理與 agent 讓 KV cache，而不是參數量，成為約束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Raschka 2026-05-16 筆記的工程 readout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解碼器 transformer 沒被取代，只是被改成更擅長長上下文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作者刻意不談資料配比、訓練課表、RL 與榜單</a:t>
            </a:r>
          </a:p>
          <a:p>
            <a:pPr/>
            <a:r>
              <a:t>本文只看 block / residual / KV / attention 的改動</a:t>
            </a:r>
          </a:p>
          <a:p>
            <a:pPr/>
            <a:r>
              <a:t>質性表現仍主要由資料與訓練配方驅動；架構改動買的是 runtime 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新架構在砍三種平行成本，不是一條流水線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記憶體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Attention FLOPs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Residual 表達力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四種改動都掛在同一個 decoder block 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291840" y="2148840"/>
            <a:ext cx="5486400" cy="15544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Decoder block</a:t>
            </a:r>
            <a:br/>
            <a:r>
              <a:t>Attention + FFN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KV-share</a:t>
            </a:r>
            <a:br/>
            <a:r>
              <a:t>跨層重用 K/V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PLE</a:t>
            </a:r>
            <a:br/>
            <a:r>
              <a:t>lookup 補容量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CCA</a:t>
            </a:r>
            <a:br/>
            <a:r>
              <a:t>潛空間算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mHC</a:t>
            </a:r>
            <a:br/>
            <a:r>
              <a:t>n=4 residual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3080" y="2217420"/>
            <a:ext cx="425196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35040" y="2217420"/>
            <a:ext cx="406908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83080" y="2926080"/>
            <a:ext cx="425196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35040" y="2926080"/>
            <a:ext cx="406908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重用砍 cache，把多出來的容量放進 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家族還有 26B MoE 與 31B dense；E2B/E4B 才做跨層 KV 分享</a:t>
            </a:r>
          </a:p>
          <a:p>
            <a:pPr/>
            <a:r>
              <a:t>E2B：35 層，前 15 算 KV，後 20 重用；MQA + 滑窗 4:1</a:t>
            </a:r>
          </a:p>
          <a:p>
            <a:pPr/>
            <a:r>
              <a:t>E4B：42 層，24 算 KV，後 18 重用</a:t>
            </a:r>
          </a:p>
          <a:p>
            <a:pPr/>
            <a:r>
              <a:t>128K bf16：E2B 約省 2.7 GB，E4B 約省 6 GB（未計滑窗）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PLE：E2B 2.3B effective / 5.1B with embeddings</a:t>
            </a:r>
          </a:p>
          <a:p>
            <a:pPr/>
            <a:r>
              <a:t>E4B 4.5B / 8B</a:t>
            </a:r>
          </a:p>
          <a:p>
            <a:pPr/>
            <a:r>
              <a:t>額外容量在 lookup 表，不把整個 stack 做胖</a:t>
            </a:r>
          </a:p>
          <a:p>
            <a:pPr/>
            <a:r>
              <a:t>作者承認缺少對 2.3B / 5.1B 常規模型的公開對照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把 query head 花在便宜的區域層，克扣昂貴的全域層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40 層：30 滑窗（512）+ 10 全域</a:t>
            </a:r>
          </a:p>
          <a:p>
            <a:pPr/>
            <a:r>
              <a:t>KV head 固定 8</a:t>
            </a:r>
          </a:p>
          <a:p>
            <a:pPr/>
            <a:r>
              <a:t>全域層 6 query / KV；滑窗層 8 query / KV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混滑窗+全域並非新發明（Gemma 4 也用）</a:t>
            </a:r>
          </a:p>
          <a:p>
            <a:pPr/>
            <a:r>
              <a:t>新的是 per-layer query-head 預算</a:t>
            </a:r>
          </a:p>
          <a:p>
            <a:pPr/>
            <a:r>
              <a:t>先例：Apple OpenELM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 在壓縮潛空間裡做 attention，不是只壓縮 KV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MLA：壓縮 KV 再投影回 head 空間才算 attention</a:t>
            </a:r>
          </a:p>
          <a:p>
            <a:pPr/>
            <a:r>
              <a:t>CCA：Q/K/V 都壓縮，attention 直接在潛空間算完再上投影</a:t>
            </a:r>
          </a:p>
          <a:p>
            <a:pPr/>
            <a:r>
              <a:t>省 cache 也省 prefill/training FLOPs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壓縮後對 Q/K（不是 V）做卷積，補回區域上下文</a:t>
            </a:r>
          </a:p>
          <a:p>
            <a:pPr/>
            <a:r>
              <a:t>4:1 GQA；每 token 只啟動 1 個 routed expert</a:t>
            </a:r>
          </a:p>
          <a:p>
            <a:pPr/>
            <a:r>
              <a:t>CCA 論文自報優於 MLA——不是第三方 bake-off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 沿序列軸壓縮（CSA/HCA），並用 mHC 加寬 residual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CSA：m=4 + 稀疏 top-k（DSA 風格）</a:t>
            </a:r>
          </a:p>
          <a:p>
            <a:pPr/>
            <a:r>
              <a:t>HCA：m'=128 再對短 cache 做 dense attention</a:t>
            </a:r>
          </a:p>
          <a:p>
            <a:pPr/>
            <a:r>
              <a:t>兩者都保留 128 token 未壓縮近窗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mHC：n=4 平行 residual；Res mapping 投影到雙隨機矩陣</a:t>
            </a:r>
          </a:p>
          <a:p>
            <a:pPr/>
            <a:r>
              <a:t>27B 實作 n=4 訓練時間 +6.7%；原 HC FLOPs 13.36G→13.38G/token</a:t>
            </a:r>
          </a:p>
          <a:p>
            <a:pPr/>
            <a:r>
              <a:t>相對 V3.2、1M：V4-Pro 27% FLOPs / 10% KV；V4-Flash 10% / 7%</a:t>
            </a:r>
          </a:p>
          <a:p>
            <a:pPr/>
            <a:r>
              <a:t>作者：不能說 CSA/HCA 普遍優於 MLA；沒有獨立 ablation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CSA 保細節、HCA 保覆蓋，近窗被兩條路徑共用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108960" y="1965960"/>
            <a:ext cx="5943600" cy="8686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近窗 128 token 未壓縮 KV（兩條路徑都保留）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94760"/>
            <a:ext cx="5029200" cy="109728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CSA：m=4 + 稀疏 top-k</a:t>
            </a:r>
            <a:br/>
            <a:r>
              <a:t>保細節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5029200" cy="1097280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HCA：m'=128 再 dense</a:t>
            </a:r>
            <a:br/>
            <a:r>
              <a:t>保覆蓋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5468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6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跨層分享省的是數 GB；V4 在 1M 把 KV 壓到 V3.2 的 7–10%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Gemma 4 E2B</a:t>
            </a:r>
          </a:p>
          <a:p>
            <a:pPr/>
            <a:r>
              <a:t>128K bf16</a:t>
            </a:r>
          </a:p>
          <a:p>
            <a:pPr/>
            <a:r>
              <a:t>跨層分享約省 2.7 GB</a:t>
            </a:r>
          </a:p>
          <a:p>
            <a:pPr/>
            <a:r>
              <a:t>（未計滑窗）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先做可逆的跨層 KV sharing，再考慮 CSA/HCA 等級的複雜度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來源沒有關閉的問題：品質對成本的 ablation 仍然薄</a:t>
            </a:r>
          </a:p>
          <a:p>
            <a:pPr/>
            <a:r>
              <a:t>跨層 KV sharing 有論文與 Gemma 4 產品化，改動面比 V4 小</a:t>
            </a:r>
          </a:p>
          <a:p>
            <a:pPr/>
            <a:r>
              <a:t>CCA/CSA/HCA 更激進，也更難在我們的 stack 落地</a:t>
            </a:r>
          </a:p>
          <a:p>
            <a:pPr/>
            <a:r>
              <a:t>決策：先 prototype 跨層 KV sharing；V4 級序列壓縮列為觀察項，不作為第一個施工項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