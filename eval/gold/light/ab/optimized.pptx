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這份稿把 Gemma 4、Laguna、ZAYA1、V4 列成目錄，沒有做成決策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同一份 Internal sharing 初稿的 A/B 優化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與 Background 只宣布有很多 2026 模型，沒有說長上下文為何變成架構問題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初稿標題是 Introduction / Gemma 4 / Laguna XS.2 / ZAYA1-8B / DeepSeek V4 / Conclusion</a:t>
            </a:r>
          </a:p>
          <a:p>
            <a:pPr/>
            <a:r>
              <a:t>Background 只剩 LLMs are getting better、Context is longer、Architecture is important</a:t>
            </a:r>
          </a:p>
          <a:p>
            <a:pPr/>
            <a:r>
              <a:t>Key Numbers 一頁沒有任何數字，只有 Some memory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初稿其實已經點名三種平行手段，只是把它們拆成四個模型簡介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sharing / 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 heads per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CSA and HCA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sharing 與 PLE 換記憶體，稿上卻只寫 Saves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E2B 與 E4B 對 devices</a:t>
            </a:r>
          </a:p>
          <a:p>
            <a:pPr/>
            <a:r>
              <a:t>另有 26B MoE 與 31B dense</a:t>
            </a:r>
          </a:p>
          <a:p>
            <a:pPr/>
            <a:r>
              <a:t>Uses GQA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Code on GitHub</a:t>
            </a:r>
          </a:p>
          <a:p>
            <a:pPr/>
            <a:r>
              <a:t>記憶體結論停在 Saves memory，沒有數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的 40 層把滑窗與全域注意力拆開，並讓各層 query head 不同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Different query heads per layer</a:t>
            </a:r>
          </a:p>
          <a:p>
            <a:pPr/>
            <a:r>
              <a:t>Similar to OpenELM</a:t>
            </a:r>
          </a:p>
          <a:p>
            <a:pPr/>
            <a:r>
              <a:t>初稿沒寫每層幾個 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 的 Compressed Convolutional Attention 跟 MLA 有關，不是新的模型家族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Paper on arXiv</a:t>
            </a:r>
          </a:p>
          <a:p>
            <a:pPr/>
            <a:r>
              <a:t>初稿沒把壓縮 attention 對上 KV sharing 或 CSA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 同時丟出 mHC 與 CSA/HCA，再對 V3.2 只寫 Better than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Better than V3.2</a:t>
            </a:r>
          </a:p>
          <a:p>
            <a:pPr/>
            <a:r>
              <a:t>Very sparse MoE</a:t>
            </a:r>
          </a:p>
          <a:p>
            <a:pPr/>
            <a:r>
              <a:t>沒有說 better 在 FLOPs、KV 還是品質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標題叫 Key Numbers 的那頁，沒有任何可檢查的數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  <a:p>
            <a:pPr/>
            <a:r>
              <a:t>A/B 不補 26B / 31B / 40 以外的新數；缺的數留白，不發明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先把稿上已出現的 KV sharing 講清楚，再決定要不要碰 CSA 與 HCA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初稿已點名 KV sharing、PLE、per-layer query heads、CCA/MLA、mHC、CSA and HCA</a:t>
            </a:r>
          </a:p>
          <a:p>
            <a:pPr/>
            <a:r>
              <a:t>不以致謝頁作結</a:t>
            </a:r>
          </a:p>
          <a:p>
            <a:pPr/>
            <a:r>
              <a:t>沒有新增模型線</a:t>
            </a:r>
          </a:p>
          <a:p>
            <a:pPr/>
            <a:r>
              <a:t>要更深的數，必須另開有 source 的測項，不混進這場 A/B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