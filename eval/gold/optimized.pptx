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12" r:id="rId4"/>
  </p:sldMasterIdLst>
  <p:notesMasterIdLst>
    <p:notesMasterId r:id="rId6"/>
  </p:notesMasterIdLst>
  <p:handoutMasterIdLst>
    <p:handoutMasterId r:id="rId7"/>
  </p:handoutMasterIdLst>
  <p:sldIdLst>
    <p:sldId id="256" r:id="rId5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4C7672-AFFE-2B07-47CF-2875674AE31E}" name="Cherry Han" initials="" userId="S::cherry@innerchapter.co::1dd7f24e-13b2-4c7a-8415-37a02a35855a" providerId="AD"/>
  <p188:author id="{98416D7D-EF7F-971D-B704-6C1DCB47CF77}" name="Elaine Shi" initials="" userId="S::elaine.shi@innerchapter.co::2af58256-6942-4121-8ecb-62f3c6602c64" providerId="AD"/>
  <p188:author id="{5AB311B4-987F-60F2-C647-296155F517BC}" name="Tristan McInnis" initials="TM" userId="S::tristan@innerchapter.co::e87dff8a-f63f-4ba8-b09b-39f97b45cf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4B5"/>
    <a:srgbClr val="5AC19D"/>
    <a:srgbClr val="1A3C5A"/>
    <a:srgbClr val="29C08E"/>
    <a:srgbClr val="2574A6"/>
    <a:srgbClr val="737FA6"/>
    <a:srgbClr val="F5BB57"/>
    <a:srgbClr val="FEF3C7"/>
    <a:srgbClr val="00B0F0"/>
    <a:srgbClr val="EDD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EA715-7DAC-C54E-8216-F0C5EF2D1720}" v="62" dt="2026-01-07T07:54:18.668"/>
    <p1510:client id="{9332F9C2-058B-028F-5839-50A7CD45178E}" v="83" dt="2026-01-07T06:51:39.180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7"/>
    <p:restoredTop sz="94673"/>
  </p:normalViewPr>
  <p:slideViewPr>
    <p:cSldViewPr snapToGrid="0">
      <p:cViewPr varScale="1">
        <p:scale>
          <a:sx n="96" d="100"/>
          <a:sy n="96" d="100"/>
        </p:scale>
        <p:origin x="184" y="290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microsoft.com/office/2018/10/relationships/authors" Target="author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E2E74C-16C8-D641-8DBE-8FEE07A4EB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FA9B7E-3A49-754E-B3EC-55E1CFEB22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7E40F-9A50-5C47-8378-7B9CBFF94EF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1DE0F-2E57-A240-8CDC-12D9CFD48C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F0F83-D774-084B-A781-5215BCCFF4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0A68B-2577-184E-B375-514975720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017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7ED42-C858-4341-A34B-9A27DFC26AF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CEFD5-4C5B-6E4A-A468-67AE7B500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4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823C1B-BBF4-8C47-946E-21B2EBD77269}"/>
              </a:ext>
            </a:extLst>
          </p:cNvPr>
          <p:cNvSpPr/>
          <p:nvPr userDrawn="1"/>
        </p:nvSpPr>
        <p:spPr>
          <a:xfrm>
            <a:off x="155575" y="1449388"/>
            <a:ext cx="11880849" cy="3240087"/>
          </a:xfrm>
          <a:prstGeom prst="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50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9135A-D0FB-C74D-B64B-A2465FD7E31F}"/>
              </a:ext>
            </a:extLst>
          </p:cNvPr>
          <p:cNvCxnSpPr>
            <a:cxnSpLocks/>
          </p:cNvCxnSpPr>
          <p:nvPr userDrawn="1"/>
        </p:nvCxnSpPr>
        <p:spPr>
          <a:xfrm>
            <a:off x="8187798" y="1449388"/>
            <a:ext cx="0" cy="3240087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639C6D-5F24-D741-A5C1-6DB971FDCFF4}"/>
              </a:ext>
            </a:extLst>
          </p:cNvPr>
          <p:cNvCxnSpPr>
            <a:cxnSpLocks/>
            <a:stCxn id="2" idx="1"/>
          </p:cNvCxnSpPr>
          <p:nvPr userDrawn="1"/>
        </p:nvCxnSpPr>
        <p:spPr>
          <a:xfrm>
            <a:off x="155575" y="3069432"/>
            <a:ext cx="8032223" cy="0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663B02F-4C5D-CB4D-9FDB-38277C5809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826" y="3334871"/>
            <a:ext cx="2483641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0700631-5F8C-7244-9D82-274A807E26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826" y="1699027"/>
            <a:ext cx="7495907" cy="1202670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0FCAF1B-C99E-C144-A97D-B1E1E10299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8047" y="1699101"/>
            <a:ext cx="3268126" cy="1202595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B7A4B2F-BC63-9E4A-935A-66568B258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8046" y="3338373"/>
            <a:ext cx="3268127" cy="1183368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55B9CD-36F0-C44A-A901-F8BB2CD8E5B7}"/>
              </a:ext>
            </a:extLst>
          </p:cNvPr>
          <p:cNvCxnSpPr>
            <a:cxnSpLocks/>
          </p:cNvCxnSpPr>
          <p:nvPr userDrawn="1"/>
        </p:nvCxnSpPr>
        <p:spPr>
          <a:xfrm>
            <a:off x="4504616" y="3069431"/>
            <a:ext cx="0" cy="1620042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36FD9148-93D2-6044-8403-3003F20AD0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50682" y="3334871"/>
            <a:ext cx="3191049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9322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id-2x2-2-body-a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91288A1-B781-8746-B811-2FB4F3E71F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5A31C18-2342-2B42-B4EA-87ACBD3E27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78200" y="2785274"/>
            <a:ext cx="7078130" cy="1287452"/>
          </a:xfrm>
        </p:spPr>
        <p:txBody>
          <a:bodyPr anchor="ctr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8264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ent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E54864-7CAA-224B-8289-E6FDA33F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5C3D29-B8A7-3642-ADE0-3ECF83C7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10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55575" y="1990165"/>
            <a:ext cx="5760000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03847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3290607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869927-ACA1-2D46-9C0E-8CAF864B8D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575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93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1" y="0"/>
            <a:ext cx="6026149" cy="6858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190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2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48AB4D1-EC5B-4E45-A1C0-B45EC36D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1"/>
            <a:ext cx="11880850" cy="1608418"/>
          </a:xfrm>
        </p:spPr>
        <p:txBody>
          <a:bodyPr tIns="36000"/>
          <a:lstStyle>
            <a:lvl1pPr>
              <a:defRPr sz="3000" b="0" i="0">
                <a:solidFill>
                  <a:schemeClr val="tx1"/>
                </a:solidFill>
                <a:latin typeface="Apto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C0BA2FA-07A3-5142-B026-A1BFA957CF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5575" y="2528888"/>
            <a:ext cx="5760000" cy="3960812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6410499-928A-7645-B5BD-59B1800A99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2403" y="2528886"/>
            <a:ext cx="5760000" cy="3960813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55E7B62-A971-BB45-9454-2CC74BE0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61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80850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9240A5D-4018-8546-BE0E-A8B8327E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542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text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90374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9068341-57BF-1F4A-8EEF-332D3E85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EE3E19B-F88C-1B43-8A8B-22D402D179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5575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7264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201426E-30DE-9342-B87A-CEC00757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839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2521721"/>
          </a:xfrm>
          <a:solidFill>
            <a:schemeClr val="bg1"/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1A2B582-51B1-0C42-BCB5-9E396526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07E98-D143-8978-7D7F-6B6F32D679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5574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7EA174F-108A-4E62-3DEF-325C3F7DEE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22671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33C3EE2-D99E-D1BE-877E-C479AE3DBA5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4902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8A9535F-DBBF-66A5-35B9-6A5F09B199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657805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07112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AB595B-4205-4D47-B59F-0A55C51C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582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8839" y="367626"/>
            <a:ext cx="12173161" cy="6490373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4BA183-6E9C-1145-BB0F-A6933862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672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17592326" y="1326475"/>
            <a:ext cx="2974745" cy="4875725"/>
          </a:xfrm>
        </p:spPr>
        <p:txBody>
          <a:bodyPr/>
          <a:lstStyle>
            <a:lvl1pPr marL="0" indent="0">
              <a:buNone/>
              <a:defRPr b="0" i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1BEF3A9-4724-3143-BA1C-415A6A7F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EB51D5-FD6B-5D4D-8804-6CE4CC84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C35BAE-6E34-FA41-B65D-E641E7EE17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C6BE376-01CC-F64A-BB5F-6746BF0A36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65395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00FAD1C-E66D-B546-8159-ECEBF81B63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158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3C69358-ADD9-3D49-9507-27909C6705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49939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8E21574-B09D-C449-93A2-75E99909EC6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7720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10038-8434-4F41-A5FF-BDC4ADE55AC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385704" y="3036563"/>
            <a:ext cx="2624138" cy="3470563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/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40826FC-BD4E-FC41-8169-06CB3AB9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0F74CD-AEBD-774D-89CA-6CADE955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21605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858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490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text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4" y="2539088"/>
            <a:ext cx="5760000" cy="1080000"/>
          </a:xfrm>
        </p:spPr>
        <p:txBody>
          <a:bodyPr/>
          <a:lstStyle>
            <a:lvl1pPr marL="0" indent="0">
              <a:buNone/>
              <a:defRPr sz="17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55575" y="969462"/>
            <a:ext cx="5760000" cy="1080000"/>
          </a:xfrm>
        </p:spPr>
        <p:txBody>
          <a:bodyPr/>
          <a:lstStyle>
            <a:lvl1pPr marL="0" indent="0">
              <a:buNone/>
              <a:defRPr sz="3000" b="0"/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969461"/>
            <a:ext cx="2880000" cy="5537661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67FD2FB-970F-5E40-8E3F-69388BB106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56425" y="970322"/>
            <a:ext cx="2880000" cy="5536800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F180C03-5D52-2240-95AD-0550F61A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2791A2E4-2185-7749-B604-F59CE16ED4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15574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5401A106-1D57-114E-8E64-A23E205D198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5575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723436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bottom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7200000" cy="6858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075613" y="1449388"/>
            <a:ext cx="3960811" cy="7032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30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075613" y="2528888"/>
            <a:ext cx="3960810" cy="39798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AADD57D-5223-714D-9165-1653BA03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453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703662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3A3FE22-3CC4-3F48-838D-4FA0234C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3DCD6BE-F15C-D04D-8340-032229F174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CC0B2E-3601-8D4C-A856-B7DA7DAFC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F8AA27BF-71B0-2443-82CB-6FB11D349A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125999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132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7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01F40CE-64CE-9B4A-9AE0-3B181E314C2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121802" y="3634898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DC23CC-6189-1E4C-9EDF-AFCE64513FA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121802" y="4689475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 dirty="0"/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512D4807-295F-0E4E-980C-1CB31AC418E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26000" y="1624385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F3023EF6-DB1E-0046-AB58-0C3D1D82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F74696E-9D5B-4748-B00E-6060671D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32690E49-74DC-B54F-8E17-202B91FC04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051C596-317B-3D4D-89E4-726D45AEF05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139465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3E459248-E253-254C-BBAE-2E1DC567BA5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139465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3475E9BD-69E9-EB4E-9F5D-B313DF63A76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143663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27C7A83-9C2E-474D-98DC-46E98DF4AA8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130634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F49FE479-E251-9546-A780-285ABBC5771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130634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73083E15-35B7-614F-94FF-8D9DF0CF9AFD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34832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41707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0315AEC-606C-D74B-B0CE-82C7360A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EE5948-79B6-8349-9FF8-4BBD24694E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FD4A6AA-7535-2A4A-9606-F048EE99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8A57AAB-DEDF-9E47-869E-601263D921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26000" y="1623776"/>
            <a:ext cx="8897663" cy="486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30264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3126001" y="1629480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5400614" y="1629479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675227" y="162947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9949839" y="1629476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3126001" y="3355839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5400613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7675225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9949838" y="3355837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23"/>
          </p:nvPr>
        </p:nvSpPr>
        <p:spPr>
          <a:xfrm>
            <a:off x="3126001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24"/>
          </p:nvPr>
        </p:nvSpPr>
        <p:spPr>
          <a:xfrm>
            <a:off x="5400613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25"/>
          </p:nvPr>
        </p:nvSpPr>
        <p:spPr>
          <a:xfrm>
            <a:off x="7675225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3"/>
          <p:cNvSpPr>
            <a:spLocks noGrp="1"/>
          </p:cNvSpPr>
          <p:nvPr>
            <p:ph type="pic" sz="quarter" idx="26"/>
          </p:nvPr>
        </p:nvSpPr>
        <p:spPr>
          <a:xfrm>
            <a:off x="9949838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C7D43A27-AB6D-8A4C-80B5-5E1E95EA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7C9E37E-E54B-8C4A-8006-7CD3AC30CF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9D1A6F7-C1AB-5749-ACF0-EF33E6890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876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7AC0982-4C22-D04C-9DEE-E0F17CD9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6DE050-61AD-2740-8EC5-69F28F45E7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1622265-8721-CC4C-A6A3-280BA0F5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9CE51D20-3BF7-314E-9420-BD3D7020B6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1F578801-0686-9644-AA6B-CD9119C69F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33663" y="1626053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22340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B51F7BE-AAD1-D440-AA76-18C33D4A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32A9AAD-C1FB-8A47-BF12-8D1460D690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B410E63-B74B-9642-ACFC-A1A887BA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7C5B20DF-D543-7142-AC53-A7E5DADC26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340948E-C778-3141-8FFB-842EA667ACB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2612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C3B96FFC-23B8-8440-BB37-E3DD799F51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B7F3CE87-F04C-EC4E-A081-3BC2EA20E3C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2612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51B82BDB-D1C8-21DA-4570-EA1FD62B6F6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4949" y="162438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B9CBDE6F-6459-724D-FE92-CE1ECF46240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4949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77545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155575" y="532623"/>
            <a:ext cx="11880850" cy="5074599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marL="239994" marR="0" lvl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55575" y="5801970"/>
            <a:ext cx="11880850" cy="687730"/>
          </a:xfrm>
        </p:spPr>
        <p:txBody>
          <a:bodyPr/>
          <a:lstStyle>
            <a:lvl1pPr>
              <a:defRPr sz="3000" b="0" i="0">
                <a:latin typeface="Aptos" pitchFamily="2" charset="0"/>
              </a:defRPr>
            </a:lvl1pPr>
          </a:lstStyle>
          <a:p>
            <a:r>
              <a:rPr lang="en-US"/>
              <a:t>Click to edit text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B6B384-1BB3-6543-9425-5BFFE0CF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966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stri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89C5A3-E064-5E40-B826-E6CC14891341}"/>
              </a:ext>
            </a:extLst>
          </p:cNvPr>
          <p:cNvCxnSpPr>
            <a:cxnSpLocks/>
          </p:cNvCxnSpPr>
          <p:nvPr userDrawn="1"/>
        </p:nvCxnSpPr>
        <p:spPr>
          <a:xfrm>
            <a:off x="6091237" y="352620"/>
            <a:ext cx="0" cy="635298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E62D60D0-9787-594F-BD01-75430A18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D1874EE-1B24-E2E8-81FC-6BFF4E237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39565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3AB75DF2-5829-8CDE-8167-0E8AFB5716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1471" y="5451564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A2367790-E0FE-5980-1534-35300159473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62888" y="5451563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064A1C52-CA4F-22AA-5F20-22874F988A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98148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8551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224" userDrawn="1">
          <p15:clr>
            <a:srgbClr val="FBAE40"/>
          </p15:clr>
        </p15:guide>
        <p15:guide id="2" pos="751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5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D8730328-2DEC-B040-BA78-EAC8B86D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433829F2-EE45-D843-99C6-51E5D66F354B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6D8C8A6B-65B2-B642-A474-0837EF0C091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6625" y="1628775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B112EE96-3F03-1049-AC80-AC0617F07DC3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3337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764155D4-F972-A342-BE3B-E5173E997957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1099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E6F09F01-9070-3A41-9F62-426440A1F13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8862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E2E3AE-9B37-C243-BF2D-C5339DEA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545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5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5557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78320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00106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423810" y="1632223"/>
            <a:ext cx="2205888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9844443" y="1630949"/>
            <a:ext cx="2201506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DBAA2F6-154B-D44E-8D46-4EC7803D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406BBB-AF7B-6345-9F01-3C68AC536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903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5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5575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6034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99649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414767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828421" y="4357598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CEA2C58-89DE-AE4C-A592-22759A1D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49D51CE-1784-7A4B-AAAC-303F4579586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153460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519B505F-3B4D-F84B-941A-DBA1F67181B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2571184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6B162666-3667-0840-A9FC-5F37D5CD42A3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4988908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E51865DD-5430-494D-90CF-73DC66E3ABD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7406632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19B1859B-DEC6-2B4A-AF37-43AB6147BF2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9824355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FB47654-228A-5740-A719-5F1A72FE1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05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5x2-image-top-10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A9615844-D433-B847-BBFA-B67B7315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CF1FA14F-7D8C-C542-9A42-BABF0533C7E7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50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2CAAA10D-39AE-B841-9D02-2A07B4D02FD3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4510" y="1631949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7487BB8-F4AB-DD4B-B1D9-76CDB7A31F26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2809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C3E25FB1-E54C-BB44-9C33-6E47043DF1D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0043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2E76E0C-D1B3-F247-8932-3AA799E313C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7277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973F89E9-FD06-724A-B8C8-4B74F2D0E49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78183"/>
            <a:ext cx="2209801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1FAD4D6-0CC3-E54F-A323-7BBF6D645F8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573109" y="3478183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3B748AA3-CB6D-FF4C-ADAF-966A86D4A3C7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4988230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E88355D4-814A-CA4C-9A28-6AAE1F9C3300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7403351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9F1FD809-3EAA-FD4F-BC16-53CF5577A20D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9818473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A2A25609-872B-D246-9C2E-2642E89B4DC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575567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5C0AD65B-2E99-E345-83FD-C7001B9F049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99344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13BCA34A-9D77-F148-ABED-6F26D418587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409134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CA1969EA-6CF3-5A4D-92E0-D5EECD0C002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820207" y="4356107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B7ED172-A108-3649-947D-70A9AE5A062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7690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AE8AEE7-A2B5-C64F-85D6-02593071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61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C43161-501F-D546-B0D5-D89B73DF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C6689F29-B923-1F4A-AC42-67E6A479123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85098" y="1631579"/>
            <a:ext cx="2791883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D60043D2-53C6-7941-A3D5-C929281D478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203324" y="1631580"/>
            <a:ext cx="2791882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8031D29-4E11-F14C-804D-41652CAAF08C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1549" y="1631580"/>
            <a:ext cx="2791881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4F9B74DE-B705-D641-8F3E-5B69743CC8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1"/>
            <a:ext cx="2806175" cy="50651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473A06-123A-EF47-96E4-5B79D9784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584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4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840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123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406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61B935B-0072-0345-9074-C64F72CC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AA2EEA-EECD-774E-8190-63A4A4A7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783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074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9195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2815" y="4374074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6436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E798DFE-378A-544A-82CF-D722653B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FD3847D4-9C7A-E14C-8643-DF71D75E656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5D307999-30E5-344A-873B-82842CA77684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19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D7E7DFAA-DA96-BE44-9089-73A92A9E724B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81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8C7D8C16-9A30-9149-95A8-6001C824A7B4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6436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57FFCF4-D153-1348-A0FE-55C058C01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794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8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5746C1E-AD83-7940-A6EC-62DEF80CE03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806" y="3480495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5A22BEA-018F-C245-B7F1-8A4E7BEDE18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189225" y="3472600"/>
            <a:ext cx="2789769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ED06626-3F9B-6945-AC97-9DFC51B8663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22264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C455EF8-D72B-704C-96E5-E43A5B3DCE6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06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1E84F47-4B8E-8A47-9277-6D4E221D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3D05617-0B7C-C344-AF55-860A35124C30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8BB04B27-A15D-7342-8454-B297838DE56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033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25E00FA1-07FE-9E42-A02C-2F5EACC2438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491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D164574-81E9-D04D-AAFC-D5B33ECEF1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917919BE-A04A-FE41-B482-63A7B7A909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742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548E8825-F2F0-DD40-9F2E-8E42EBD3F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89033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5F4310F0-A917-9945-8251-20855DE173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22491" y="4356107"/>
            <a:ext cx="2790000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CDDC61EB-3D9B-7843-94C7-FA59AEDFB84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2C6713E-D540-4E47-8C1D-A50C756F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08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CBE75F1-1785-D841-84FB-9DAAB886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F9520093-ECB9-9D46-A396-ED8A8E57074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4226368F-DC29-8B46-9117-9D591E2E44D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50582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61C4054A-A7A3-6F4C-A8EB-32D3AA7ED17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0250" y="1638507"/>
            <a:ext cx="2806175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E30899-EDCB-5C45-AD84-F1C189DB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33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8998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44541" y="1632222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638F31-524A-E24B-8E5D-3D5CDAC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D7B5C76-01C3-4549-8746-83FC0A67076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55575" y="1632222"/>
            <a:ext cx="2789765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D8320C-D8C2-9444-A871-2CFDCBE2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628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39411"/>
            <a:ext cx="2789765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5263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37071" y="4356107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519F57-10A9-8347-9BFB-5A14D25B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BA89591-8AC1-2C4F-BFF5-5513D38E088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1883" cy="27048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225A768-EC5B-0F4C-8994-F5F84CCA3543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27011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36000D9C-6175-E942-B8CE-3401B8A234E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29926" y="1631581"/>
            <a:ext cx="2806175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40B523-1D23-234E-8173-11F08589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07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11DB0A94-CD0C-4A43-B61D-A105C7FC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432CE023-FD38-AD4C-8D06-83F5DDE11BF7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8D7B4F55-A584-7E43-A148-15B61D283CE8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7836" y="1638506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D5CA33EC-0FEA-7D41-8F69-152C5B4D0682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C77739F6-BF63-B342-B66B-86B5EC8AA0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67283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3BA243B4-4DCB-CC42-9431-35C549EB2B3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588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7345EA32-3876-F946-96F6-F1ABEE39981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4711935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0419AA9F-2E0F-BE46-8297-F4D2B3F7D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7283" y="4356107"/>
            <a:ext cx="2789765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E674D671-0F7F-414C-B1C4-8A6636F585A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11289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2E4686CA-3A8D-614D-B4C2-818A2D4E157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530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FF62C15-9C23-D449-8049-662F09BE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991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DFD9A66A-1E8B-9241-AEC0-BD26ABD4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8646DDBF-F5B5-7340-9433-052C7389FF5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3E20895B-1B95-8948-858C-5E463D68D972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7"/>
            <a:ext cx="2791882" cy="50582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42464EE-75B6-AD42-9314-C6FE2DF8A1F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1"/>
            <a:ext cx="2806175" cy="50651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B30331-D06E-D141-8DBD-8E7E7D77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408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11819DC-84D8-244D-9A74-41672310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1EAB9122-2793-E646-B63A-8AC3A875E3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1626407"/>
            <a:ext cx="2791884" cy="5073382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57A0074D-971D-744D-82F2-D3987104ECF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1631581"/>
            <a:ext cx="2791884" cy="5068209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 dirty="0"/>
              <a:t>Second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170C7A04-4881-5D47-B884-C4EDD8C8903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1631581"/>
            <a:ext cx="2811402" cy="506579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E953A0E-9114-C84B-9322-3662CE474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652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C073C151-DA6F-5449-BD29-9BC5BF63B1F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433700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1B7E5D1-804D-2642-A5BA-478221167ED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12462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9385810-928D-784F-88C0-3F5A9A81B39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757521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0E8D519B-305F-904E-89FF-0E4CA5F2CA8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43394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345C1924-BB6A-2B43-8A73-AFF95FBA25C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653893" y="3478183"/>
            <a:ext cx="280405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5FA13C1-8C7E-9443-A348-D5866B88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84B3CAA7-3702-B042-8249-361377F1F9C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95D0672D-38D7-9445-A5AF-26A81FCFE915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8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42A36F46-26DF-3F48-B1B8-E65FD67EAF4B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7A9823E3-63C7-FD43-8783-5AD158F49FA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43415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964B212-DC33-FB43-8A4A-2782A4DD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52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DF2014B-C9F5-E548-8737-4CF42517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53C115A-7DAE-9045-9A67-0AF91538A2CC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64AD4382-041B-6D4A-A94C-8E0C70D8FD58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98919" y="1631581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FF0C70-03FB-B24B-981A-11C4BE97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B5DAF23-2163-EC87-E4B0-60CEFCEA0621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55575" y="4225873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B14E6-DF37-2423-7CB6-F6CD6E6E761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6196800" y="4219937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1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48168" y="4357838"/>
            <a:ext cx="532612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6717709" y="4339411"/>
            <a:ext cx="5328240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6D4FDB-F2C0-A14F-B672-A39ECF4F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305A346-92F7-794B-BEAC-7C0DF20ADA4A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2A946BF5-6ABE-4040-9B1A-AB38D4B59263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EC6BB4C-35A7-214A-BDCB-1CF92E17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278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6BDA99B-DEEF-EC46-A5A7-2EAC19F97A2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9345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6660B9E-7378-B14B-BC75-E0CA8AAAA81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9255949" y="3479027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7166051-4F32-6A42-BB0B-1EAEBE31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1CA79D0B-B16F-CA4A-9CCA-69A428984259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788FCCC-9839-0B4E-A52D-0F570FDCD2F9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A9076C1B-234E-6F47-9BF7-8D299FD4FE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43199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9E9897D-0413-6A43-B506-C332AF370D6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43200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9890411-D80C-9849-9B82-33714C6F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6706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230034" y="4339411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172201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C42A21-2C44-E44D-9282-76558659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B9A9875-667B-4841-8698-DC5411A5338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3230034" y="1629919"/>
            <a:ext cx="2791883" cy="27048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0A177D81-EFCD-9B44-BF7C-A006FD471C47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70084" y="1632454"/>
            <a:ext cx="2806175" cy="27048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9F209D-EEEF-2849-B2C3-15E28322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470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287865" y="1618745"/>
            <a:ext cx="11616000" cy="0"/>
          </a:xfrm>
          <a:prstGeom prst="line">
            <a:avLst/>
          </a:prstGeom>
          <a:ln w="6350" cap="sq" cmpd="sng">
            <a:solidFill>
              <a:schemeClr val="tx1"/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287865" y="1618746"/>
            <a:ext cx="11616000" cy="3624239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30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2pPr>
            <a:lvl3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3pPr>
            <a:lvl4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4pPr>
            <a:lvl5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 baseline="0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5pPr>
            <a:lvl6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6pPr>
            <a:lvl7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7pPr>
            <a:lvl8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 baseline="0">
                <a:solidFill>
                  <a:schemeClr val="tx1"/>
                </a:solidFill>
                <a:latin typeface="+mn-lt"/>
              </a:defRPr>
            </a:lvl8pPr>
            <a:lvl9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EDDDBB-60B4-4A48-B498-8A04C232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7D038A1-5161-0F4E-9DFE-C23FFFE7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8756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4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FDAE393E-333B-204F-B398-EBEAEC82112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691790" y="209171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369179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B13A637-EB0D-AA43-8A32-CFD5450CC6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18F41D-25DA-F847-84DC-7A247C8CE9E0}"/>
              </a:ext>
            </a:extLst>
          </p:cNvPr>
          <p:cNvCxnSpPr>
            <a:cxnSpLocks/>
          </p:cNvCxnSpPr>
          <p:nvPr userDrawn="1"/>
        </p:nvCxnSpPr>
        <p:spPr>
          <a:xfrm>
            <a:off x="366151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D4CC67-55E4-5C4E-8EBA-5C46E8AFA158}"/>
              </a:ext>
            </a:extLst>
          </p:cNvPr>
          <p:cNvCxnSpPr>
            <a:cxnSpLocks/>
          </p:cNvCxnSpPr>
          <p:nvPr userDrawn="1"/>
        </p:nvCxnSpPr>
        <p:spPr>
          <a:xfrm>
            <a:off x="823302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FD85D3-58E9-EE46-B5A8-D78E130C968A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EC06AE-FCAF-3847-80C8-D7CE6A001A1E}"/>
              </a:ext>
            </a:extLst>
          </p:cNvPr>
          <p:cNvCxnSpPr>
            <a:cxnSpLocks/>
          </p:cNvCxnSpPr>
          <p:nvPr userDrawn="1"/>
        </p:nvCxnSpPr>
        <p:spPr>
          <a:xfrm>
            <a:off x="3661511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EBDCC3-4D0F-6A48-849B-0AC1455EAF04}"/>
              </a:ext>
            </a:extLst>
          </p:cNvPr>
          <p:cNvCxnSpPr>
            <a:cxnSpLocks/>
          </p:cNvCxnSpPr>
          <p:nvPr userDrawn="1"/>
        </p:nvCxnSpPr>
        <p:spPr>
          <a:xfrm>
            <a:off x="5944652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E0EFC9-F968-6541-B274-51A3408E033C}"/>
              </a:ext>
            </a:extLst>
          </p:cNvPr>
          <p:cNvCxnSpPr>
            <a:cxnSpLocks/>
          </p:cNvCxnSpPr>
          <p:nvPr userDrawn="1"/>
        </p:nvCxnSpPr>
        <p:spPr>
          <a:xfrm>
            <a:off x="822779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C3DDA3-EE08-5646-9A0D-E06CC46C7D45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60169F-80B8-9246-A7FB-C5731AB40B85}"/>
              </a:ext>
            </a:extLst>
          </p:cNvPr>
          <p:cNvCxnSpPr>
            <a:cxnSpLocks/>
          </p:cNvCxnSpPr>
          <p:nvPr userDrawn="1"/>
        </p:nvCxnSpPr>
        <p:spPr>
          <a:xfrm>
            <a:off x="5947266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10178C2-C2B9-8F4E-8D05-2724E8033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8588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D90B260-BE6E-704F-B95D-16A6205CE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5386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EDAC7D7D-CF65-4A4A-A552-822FE7AB07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293BBF29-BC6C-0F47-8FCD-AA0F5C7E72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8588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E60EA197-5F62-1B41-AD09-AB3BBAAFB3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45386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56637D7D-9D2A-E544-9B47-8A461B24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945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651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3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0B989DD-7F4C-364A-AE06-5A0903B3B57A}"/>
              </a:ext>
            </a:extLst>
          </p:cNvPr>
          <p:cNvCxnSpPr>
            <a:cxnSpLocks/>
          </p:cNvCxnSpPr>
          <p:nvPr userDrawn="1"/>
        </p:nvCxnSpPr>
        <p:spPr>
          <a:xfrm>
            <a:off x="8199439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1C02B7D-1602-7044-8580-7ABB0BC2392F}"/>
              </a:ext>
            </a:extLst>
          </p:cNvPr>
          <p:cNvCxnSpPr>
            <a:cxnSpLocks/>
          </p:cNvCxnSpPr>
          <p:nvPr userDrawn="1"/>
        </p:nvCxnSpPr>
        <p:spPr>
          <a:xfrm>
            <a:off x="588644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D4F3B4C-E207-3645-BC41-7283940EB8A5}"/>
              </a:ext>
            </a:extLst>
          </p:cNvPr>
          <p:cNvCxnSpPr>
            <a:cxnSpLocks/>
          </p:cNvCxnSpPr>
          <p:nvPr userDrawn="1"/>
        </p:nvCxnSpPr>
        <p:spPr>
          <a:xfrm>
            <a:off x="8198688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28AEA9-9FC9-0540-82E3-43A6374D7A49}"/>
              </a:ext>
            </a:extLst>
          </p:cNvPr>
          <p:cNvCxnSpPr>
            <a:cxnSpLocks/>
          </p:cNvCxnSpPr>
          <p:nvPr userDrawn="1"/>
        </p:nvCxnSpPr>
        <p:spPr>
          <a:xfrm>
            <a:off x="5880100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F4A771F-F282-A442-BFA9-A93064C681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0379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791CA1F-0998-3347-B3A3-ACD1CD08E8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16282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0759226B-79CF-234A-A020-96E89611E9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8010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D01546E4-16AA-3143-854C-FF6E933B65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114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4F10C32B-2020-474A-A0A5-E5359CB3F2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A69936D-566E-CA45-80BA-56A4D884EA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2CCD17-F76E-9B42-8806-3438DBD2638D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76100D-B3DF-5F48-86F5-D20771D7C68C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EC46278F-2CD5-2C45-95AD-1B9F5AB030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C77964C-2648-9645-9408-A797CC85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27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2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9E59B267-53D2-0B40-824D-590B60920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BEEFD392-50A3-D34D-95D6-D88EC90483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600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6B254B6-005F-9143-8B1F-50F4587559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D29B5CA-8C73-A14B-B45C-E93207BB0C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6641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EF608956-D1A6-AE44-A1B0-7147485A57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03596" y="2090498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A35FE4D-7854-AA44-9BAE-A4E365191222}"/>
              </a:ext>
            </a:extLst>
          </p:cNvPr>
          <p:cNvCxnSpPr>
            <a:cxnSpLocks/>
          </p:cNvCxnSpPr>
          <p:nvPr userDrawn="1"/>
        </p:nvCxnSpPr>
        <p:spPr>
          <a:xfrm>
            <a:off x="3866417" y="2784536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53A70A95-B33A-E740-9FC2-5B843D4F26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66418" y="2090499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A9900FC-9D59-EB49-95FF-89421BB734B3}"/>
              </a:ext>
            </a:extLst>
          </p:cNvPr>
          <p:cNvCxnSpPr>
            <a:cxnSpLocks/>
          </p:cNvCxnSpPr>
          <p:nvPr userDrawn="1"/>
        </p:nvCxnSpPr>
        <p:spPr>
          <a:xfrm>
            <a:off x="3866417" y="1912388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942B8A3-158C-184D-91C0-CB4CCB10FC14}"/>
              </a:ext>
            </a:extLst>
          </p:cNvPr>
          <p:cNvCxnSpPr>
            <a:cxnSpLocks/>
          </p:cNvCxnSpPr>
          <p:nvPr userDrawn="1"/>
        </p:nvCxnSpPr>
        <p:spPr>
          <a:xfrm>
            <a:off x="8286002" y="2784536"/>
            <a:ext cx="3803534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3D5E8CA-DB5C-A248-A6D4-08E04D922889}"/>
              </a:ext>
            </a:extLst>
          </p:cNvPr>
          <p:cNvCxnSpPr>
            <a:cxnSpLocks/>
          </p:cNvCxnSpPr>
          <p:nvPr userDrawn="1"/>
        </p:nvCxnSpPr>
        <p:spPr>
          <a:xfrm>
            <a:off x="8286002" y="1914696"/>
            <a:ext cx="38171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4354B13-1DF5-EE47-A504-7D12E08321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2B32593-D3DC-0943-8FA0-B82E0308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67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1-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814BC974-A85F-F145-9E49-E437EAD7CE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5006" y="2090499"/>
            <a:ext cx="5960943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67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C61BA336-B1F0-E74E-81AA-74F920393C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6" y="2944207"/>
            <a:ext cx="6004529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98370B2-27D0-B24A-93DF-E6A749EA4DDB}"/>
              </a:ext>
            </a:extLst>
          </p:cNvPr>
          <p:cNvCxnSpPr>
            <a:cxnSpLocks/>
          </p:cNvCxnSpPr>
          <p:nvPr userDrawn="1"/>
        </p:nvCxnSpPr>
        <p:spPr>
          <a:xfrm>
            <a:off x="6085006" y="2784536"/>
            <a:ext cx="600453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99C3F4B-5AA5-2A4E-AA56-B85F435D97C2}"/>
              </a:ext>
            </a:extLst>
          </p:cNvPr>
          <p:cNvCxnSpPr>
            <a:cxnSpLocks/>
          </p:cNvCxnSpPr>
          <p:nvPr userDrawn="1"/>
        </p:nvCxnSpPr>
        <p:spPr>
          <a:xfrm>
            <a:off x="6085006" y="1914696"/>
            <a:ext cx="6018096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9E4B27-56FB-6A40-AAD7-90E59E7975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8225887-07AC-F44C-8253-15699F1E8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615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-te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A6A2C3C-4634-F446-A6F6-B19870967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16387" y="1449387"/>
            <a:ext cx="7920037" cy="4737629"/>
          </a:xfrm>
        </p:spPr>
        <p:txBody>
          <a:bodyPr tIns="0" numCol="2" spcCol="108000"/>
          <a:lstStyle>
            <a:lvl1pPr marL="0" indent="0">
              <a:lnSpc>
                <a:spcPct val="109000"/>
              </a:lnSpc>
              <a:buFont typeface="Franklin Gothic Book" panose="020B0503020102020204" pitchFamily="34" charset="0"/>
              <a:buNone/>
              <a:tabLst>
                <a:tab pos="298443" algn="l"/>
              </a:tabLst>
              <a:defRPr sz="1067" b="0" i="0">
                <a:latin typeface="Aptos" pitchFamily="2" charset="0"/>
                <a:ea typeface="Aptos" charset="0"/>
                <a:cs typeface="Aptos" charset="0"/>
              </a:defRPr>
            </a:lvl1pPr>
            <a:lvl2pPr marL="623984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2pPr>
            <a:lvl3pPr marL="1007975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1067" b="0" i="0" baseline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5pPr>
            <a:lvl6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6pPr>
            <a:lvl7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7pPr>
            <a:lvl8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8pPr>
            <a:lvl9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F081D-C526-8B4E-8618-5FC6A9BA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28AA3-5B4E-7344-B82F-CC42980AE11B}"/>
              </a:ext>
            </a:extLst>
          </p:cNvPr>
          <p:cNvSpPr txBox="1"/>
          <p:nvPr userDrawn="1"/>
        </p:nvSpPr>
        <p:spPr>
          <a:xfrm>
            <a:off x="155575" y="1449388"/>
            <a:ext cx="1600570" cy="7199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/>
            <a:r>
              <a:rPr lang="en-US" sz="1733" b="0" i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rPr>
              <a:t>TERMS &amp; CONDITIONS</a:t>
            </a:r>
          </a:p>
        </p:txBody>
      </p:sp>
    </p:spTree>
    <p:extLst>
      <p:ext uri="{BB962C8B-B14F-4D97-AF65-F5344CB8AC3E}">
        <p14:creationId xmlns:p14="http://schemas.microsoft.com/office/powerpoint/2010/main" val="11344471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608F399-6E86-074E-8B79-DAF4FD1CD0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F4B37A-260B-BF4B-9C53-07199AFB5A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4884332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black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2BEA07-15C2-B641-AC43-8A9E1F2692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2878715-DF52-EF41-A69F-A062F370E1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093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CABC661-78D7-B844-9890-EC5A1167C9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Drag picture to placeholder or select placeholder and click Insert &gt; Photo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A7D8431-29D8-FB4B-9B2A-3E4A4F3C4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4319587"/>
          </a:xfrm>
          <a:solidFill>
            <a:schemeClr val="bg1">
              <a:lumMod val="85000"/>
              <a:lumOff val="15000"/>
            </a:schemeClr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21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2-body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8858E47-C8ED-0E4F-9C87-8E89A7187E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12B0A019-50E2-5144-9B63-224CAD5048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3401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5037BE7-AF48-B34B-A7D1-D9FAB7E1A7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11687F-5023-FB48-8B91-F28048720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F50AE9E-C3F0-6E48-AF7E-9A670CCA87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3C258C4-0E5F-094A-9ABD-F55815270D3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38739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0A909-BB51-A64E-A153-706A25CCCD8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5575" y="1628775"/>
            <a:ext cx="11880850" cy="4877182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5196C4-789B-2941-9FAE-BA826B35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840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2-column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773D7-C41A-3440-A29F-405DFA3DF42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A4530F5-9439-674C-985D-296D41BB99E0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EBDB4B-3882-E14D-8868-6C9E5446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solidFill>
                  <a:schemeClr val="tx1"/>
                </a:solidFill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221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-base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575" y="2513512"/>
            <a:ext cx="11854019" cy="156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91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tags" Target="../tags/tag1.xml"/><Relationship Id="rId62" Type="http://schemas.openxmlformats.org/officeDocument/2006/relationships/oleObject" Target="../embeddings/oleObject1.bin"/><Relationship Id="rId63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9611498-2B1D-2DEC-8DD0-5EB82CD240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8366467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461" imgH="464" progId="TCLayout.ActiveDocument.1">
                  <p:embed/>
                </p:oleObj>
              </mc:Choice>
              <mc:Fallback>
                <p:oleObj name="think-cell Slide" r:id="rId62" imgW="461" imgH="46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611498-2B1D-2DEC-8DD0-5EB82CD24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368303"/>
            <a:ext cx="11880850" cy="10810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1977557"/>
            <a:ext cx="11880850" cy="4569600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31225D-0325-2840-8AEE-1E19A3FAE499}"/>
              </a:ext>
            </a:extLst>
          </p:cNvPr>
          <p:cNvCxnSpPr>
            <a:cxnSpLocks/>
          </p:cNvCxnSpPr>
          <p:nvPr userDrawn="1"/>
        </p:nvCxnSpPr>
        <p:spPr>
          <a:xfrm>
            <a:off x="0" y="361568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290A60-8ED6-2443-8FB5-49504FCCD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7636" y="86656"/>
            <a:ext cx="1322917" cy="192000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D0229F-1B97-A24C-8D24-2FA2561FB550}"/>
              </a:ext>
            </a:extLst>
          </p:cNvPr>
          <p:cNvSpPr txBox="1">
            <a:spLocks/>
          </p:cNvSpPr>
          <p:nvPr userDrawn="1"/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B32FCCC0-A7DF-BD49-9203-9054B95064AC}"/>
              </a:ext>
            </a:extLst>
          </p:cNvPr>
          <p:cNvSpPr txBox="1">
            <a:spLocks/>
          </p:cNvSpPr>
          <p:nvPr userDrawn="1"/>
        </p:nvSpPr>
        <p:spPr>
          <a:xfrm>
            <a:off x="56843" y="90575"/>
            <a:ext cx="3572013" cy="188081"/>
          </a:xfrm>
          <a:prstGeom prst="rect">
            <a:avLst/>
          </a:prstGeom>
        </p:spPr>
        <p:txBody>
          <a:bodyPr anchor="t"/>
          <a:lstStyle>
            <a:lvl1pPr marL="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1733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1733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467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62398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467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800" b="0" i="0" kern="1200" spc="30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5pPr>
            <a:lvl6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US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INNER CHAPTER </a:t>
            </a:r>
          </a:p>
        </p:txBody>
      </p:sp>
    </p:spTree>
    <p:extLst>
      <p:ext uri="{BB962C8B-B14F-4D97-AF65-F5344CB8AC3E}">
        <p14:creationId xmlns:p14="http://schemas.microsoft.com/office/powerpoint/2010/main" val="113979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0" r:id="rId1"/>
    <p:sldLayoutId id="2147484256" r:id="rId2"/>
    <p:sldLayoutId id="2147484188" r:id="rId3"/>
    <p:sldLayoutId id="2147484116" r:id="rId4"/>
    <p:sldLayoutId id="2147484515" r:id="rId5"/>
    <p:sldLayoutId id="2147484119" r:id="rId6"/>
    <p:sldLayoutId id="2147484122" r:id="rId7"/>
    <p:sldLayoutId id="2147484125" r:id="rId8"/>
    <p:sldLayoutId id="2147484261" r:id="rId9"/>
    <p:sldLayoutId id="2147484131" r:id="rId10"/>
    <p:sldLayoutId id="2147484137" r:id="rId11"/>
    <p:sldLayoutId id="2147484140" r:id="rId12"/>
    <p:sldLayoutId id="2147484143" r:id="rId13"/>
    <p:sldLayoutId id="2147484146" r:id="rId14"/>
    <p:sldLayoutId id="2147484147" r:id="rId15"/>
    <p:sldLayoutId id="2147484516" r:id="rId16"/>
    <p:sldLayoutId id="2147484149" r:id="rId17"/>
    <p:sldLayoutId id="2147484153" r:id="rId18"/>
    <p:sldLayoutId id="2147484156" r:id="rId19"/>
    <p:sldLayoutId id="2147484164" r:id="rId20"/>
    <p:sldLayoutId id="2147484170" r:id="rId21"/>
    <p:sldLayoutId id="2147484173" r:id="rId22"/>
    <p:sldLayoutId id="2147484176" r:id="rId23"/>
    <p:sldLayoutId id="2147484179" r:id="rId24"/>
    <p:sldLayoutId id="2147484185" r:id="rId25"/>
    <p:sldLayoutId id="2147484368" r:id="rId26"/>
    <p:sldLayoutId id="2147484295" r:id="rId27"/>
    <p:sldLayoutId id="2147484353" r:id="rId28"/>
    <p:sldLayoutId id="2147484352" r:id="rId29"/>
    <p:sldLayoutId id="2147484394" r:id="rId30"/>
    <p:sldLayoutId id="2147484191" r:id="rId31"/>
    <p:sldLayoutId id="2147484327" r:id="rId32"/>
    <p:sldLayoutId id="2147484358" r:id="rId33"/>
    <p:sldLayoutId id="2147484298" r:id="rId34"/>
    <p:sldLayoutId id="2147484294" r:id="rId35"/>
    <p:sldLayoutId id="2147484330" r:id="rId36"/>
    <p:sldLayoutId id="2147484359" r:id="rId37"/>
    <p:sldLayoutId id="2147484299" r:id="rId38"/>
    <p:sldLayoutId id="2147484342" r:id="rId39"/>
    <p:sldLayoutId id="2147484348" r:id="rId40"/>
    <p:sldLayoutId id="2147484345" r:id="rId41"/>
    <p:sldLayoutId id="2147484763" r:id="rId42"/>
    <p:sldLayoutId id="2147484333" r:id="rId43"/>
    <p:sldLayoutId id="2147484300" r:id="rId44"/>
    <p:sldLayoutId id="2147484293" r:id="rId45"/>
    <p:sldLayoutId id="2147484235" r:id="rId46"/>
    <p:sldLayoutId id="2147484363" r:id="rId47"/>
    <p:sldLayoutId id="2147484390" r:id="rId48"/>
    <p:sldLayoutId id="2147484391" r:id="rId49"/>
    <p:sldLayoutId id="2147484393" r:id="rId50"/>
    <p:sldLayoutId id="2147484252" r:id="rId51"/>
    <p:sldLayoutId id="2147484253" r:id="rId52"/>
    <p:sldLayoutId id="2147484518" r:id="rId53"/>
    <p:sldLayoutId id="2147484663" r:id="rId54"/>
    <p:sldLayoutId id="2147484664" r:id="rId55"/>
    <p:sldLayoutId id="2147484666" r:id="rId56"/>
    <p:sldLayoutId id="2147484678" r:id="rId57"/>
    <p:sldLayoutId id="2147484698" r:id="rId58"/>
    <p:sldLayoutId id="2147484764" r:id="rId59"/>
  </p:sldLayoutIdLst>
  <p:hf hdr="0" ftr="0"/>
  <p:txStyles>
    <p:titleStyle>
      <a:lvl1pPr algn="l" defTabSz="609585" rtl="0" eaLnBrk="1" latinLnBrk="0" hangingPunct="1">
        <a:lnSpc>
          <a:spcPct val="100000"/>
        </a:lnSpc>
        <a:spcBef>
          <a:spcPct val="0"/>
        </a:spcBef>
        <a:buNone/>
        <a:defRPr sz="2400" b="0" i="0" kern="1200" baseline="0">
          <a:solidFill>
            <a:schemeClr val="tx1"/>
          </a:solidFill>
          <a:latin typeface="Aptos" pitchFamily="2" charset="0"/>
          <a:ea typeface="Aptos" charset="0"/>
          <a:cs typeface="Aptos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None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1pPr>
      <a:lvl2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2pPr>
      <a:lvl3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3pPr>
      <a:lvl4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4pPr>
      <a:lvl5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b="0" i="0" kern="1200" spc="0">
          <a:solidFill>
            <a:schemeClr val="tx1"/>
          </a:solidFill>
          <a:latin typeface="GT America Regular"/>
          <a:ea typeface="Aptos" charset="0"/>
          <a:cs typeface="Aptos" charset="0"/>
        </a:defRPr>
      </a:lvl5pPr>
      <a:lvl6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6pPr>
      <a:lvl7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7pPr>
      <a:lvl8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8pPr>
      <a:lvl9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98" userDrawn="1">
          <p15:clr>
            <a:srgbClr val="F26B43"/>
          </p15:clr>
        </p15:guide>
        <p15:guide id="4" pos="2593" userDrawn="1">
          <p15:clr>
            <a:srgbClr val="F26B43"/>
          </p15:clr>
        </p15:guide>
        <p15:guide id="5" pos="1345" userDrawn="1">
          <p15:clr>
            <a:srgbClr val="F26B43"/>
          </p15:clr>
        </p15:guide>
        <p15:guide id="6" pos="5087" userDrawn="1">
          <p15:clr>
            <a:srgbClr val="F26B43"/>
          </p15:clr>
        </p15:guide>
        <p15:guide id="7" pos="6335" userDrawn="1">
          <p15:clr>
            <a:srgbClr val="F26B43"/>
          </p15:clr>
        </p15:guide>
        <p15:guide id="8" pos="7582" userDrawn="1">
          <p15:clr>
            <a:srgbClr val="F26B43"/>
          </p15:clr>
        </p15:guide>
        <p15:guide id="9" orient="horz" pos="913" userDrawn="1">
          <p15:clr>
            <a:srgbClr val="F26B43"/>
          </p15:clr>
        </p15:guide>
        <p15:guide id="11" orient="horz" pos="4315" userDrawn="1">
          <p15:clr>
            <a:srgbClr val="F26B43"/>
          </p15:clr>
        </p15:guide>
        <p15:guide id="12" orient="horz" pos="232" userDrawn="1">
          <p15:clr>
            <a:srgbClr val="F26B43"/>
          </p15:clr>
        </p15:guide>
        <p15:guide id="13" orient="horz" pos="1593" userDrawn="1">
          <p15:clr>
            <a:srgbClr val="F26B43"/>
          </p15:clr>
        </p15:guide>
        <p15:guide id="14" orient="horz" pos="2954" userDrawn="1">
          <p15:clr>
            <a:srgbClr val="F26B43"/>
          </p15:clr>
        </p15:guide>
        <p15:guide id="15" orient="horz" pos="363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推理與 agent 讓 KV cache，而不是參數量，成為約束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Raschka 2026-05-16 筆記的工程 readout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決策：先做哪一種長上下文省成本策略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作者刻意不談資料配比、訓練課表、RL 與榜單</a:t>
            </a:r>
          </a:p>
          <a:p>
            <a:pPr/>
            <a:r>
              <a:t>本文只看 block / residual / KV / attention 的改動</a:t>
            </a:r>
          </a:p>
          <a:p>
            <a:pPr/>
            <a:r>
              <a:t>質性表現仍主要由資料與訓練配方驅動；架構改動買的是 runtime 成本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解碼器 transformer 沒被取代，只是被改成更擅長長上下文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新架構在砍三種平行成本，不是一條流水線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926080"/>
            <a:ext cx="3596640" cy="96012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KV 記憶體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82440" y="2926080"/>
            <a:ext cx="3596640" cy="96012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Attention FLOPs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07680" y="2926080"/>
            <a:ext cx="3596640" cy="96012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Residual 表達力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四種改動都掛在同一個 decoder block 上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91840" y="2148840"/>
            <a:ext cx="5486400" cy="155448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Decoder block</a:t>
            </a:r>
            <a:br/>
            <a:r>
              <a:t>Attention + FFN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691640"/>
            <a:ext cx="2743200" cy="1051560"/>
          </a:xfrm>
          <a:prstGeom prst="roundRect">
            <a:avLst/>
          </a:prstGeom>
          <a:solidFill>
            <a:srgbClr val="000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KV-share</a:t>
            </a:r>
            <a:br/>
            <a:r>
              <a:t>跨層重用 K/V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1691640"/>
            <a:ext cx="2743200" cy="1051560"/>
          </a:xfrm>
          <a:prstGeom prst="roundRect">
            <a:avLst/>
          </a:prstGeom>
          <a:solidFill>
            <a:srgbClr val="000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PLE</a:t>
            </a:r>
            <a:br/>
            <a:r>
              <a:t>lookup 補容量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160520"/>
            <a:ext cx="2743200" cy="1051560"/>
          </a:xfrm>
          <a:prstGeom prst="roundRect">
            <a:avLst/>
          </a:prstGeom>
          <a:solidFill>
            <a:srgbClr val="000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CCA</a:t>
            </a:r>
            <a:br/>
            <a:r>
              <a:t>潛空間算 attention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4160520"/>
            <a:ext cx="2743200" cy="1051560"/>
          </a:xfrm>
          <a:prstGeom prst="roundRect">
            <a:avLst/>
          </a:prstGeom>
          <a:solidFill>
            <a:srgbClr val="000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mHC</a:t>
            </a:r>
            <a:br/>
            <a:r>
              <a:t>n=4 residual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217420"/>
            <a:ext cx="4251960" cy="70866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035040" y="2217420"/>
            <a:ext cx="4069080" cy="70866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783080" y="2926080"/>
            <a:ext cx="4251960" cy="176022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6035040" y="2926080"/>
            <a:ext cx="4069080" cy="176022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Gemma 4 用跨層 KV 重用砍 cache，把多出來的容量放進 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家族還有 26B MoE 與 31B dense；E2B/E4B 才做跨層 KV 分享</a:t>
            </a:r>
          </a:p>
          <a:p>
            <a:pPr/>
            <a:r>
              <a:t>E2B：35 層，前 15 算 KV，後 20 重用；MQA + 滑窗 4:1</a:t>
            </a:r>
          </a:p>
          <a:p>
            <a:pPr/>
            <a:r>
              <a:t>E4B：42 層，24 算 KV，後 18 重用</a:t>
            </a:r>
          </a:p>
          <a:p>
            <a:pPr/>
            <a:r>
              <a:t>128K bf16：E2B 約省 2.7 GB，E4B 約省 6 GB（未計滑窗）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PLE：E2B 2.3B effective / 5.1B with embeddings</a:t>
            </a:r>
          </a:p>
          <a:p>
            <a:pPr/>
            <a:r>
              <a:t>E4B 4.5B / 8B</a:t>
            </a:r>
          </a:p>
          <a:p>
            <a:pPr/>
            <a:r>
              <a:t>額外容量在 lookup 表，不把整個 stack 做胖</a:t>
            </a:r>
          </a:p>
          <a:p>
            <a:pPr/>
            <a:r>
              <a:t>作者承認缺少對 2.3B / 5.1B 常規模型的公開對照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Laguna 把 query head 花在便宜的區域層，克扣昂貴的全域層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40 層：30 滑窗（512）+ 10 全域</a:t>
            </a:r>
          </a:p>
          <a:p>
            <a:pPr/>
            <a:r>
              <a:t>KV head 固定 8</a:t>
            </a:r>
          </a:p>
          <a:p>
            <a:pPr/>
            <a:r>
              <a:t>全域層 6 query / KV；滑窗層 8 query / KV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混滑窗+全域並非新發明（Gemma 4 也用）</a:t>
            </a:r>
          </a:p>
          <a:p>
            <a:pPr/>
            <a:r>
              <a:t>新的是 per-layer query-head 預算</a:t>
            </a:r>
          </a:p>
          <a:p>
            <a:pPr/>
            <a:r>
              <a:t>先例：Apple OpenELM 2024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ZAYA1 在壓縮潛空間裡做 attention，不是只壓縮 KV cache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MLA：壓縮 KV 再投影回 head 空間才算 attention</a:t>
            </a:r>
          </a:p>
          <a:p>
            <a:pPr/>
            <a:r>
              <a:t>CCA：Q/K/V 都壓縮，attention 直接在潛空間算完再上投影</a:t>
            </a:r>
          </a:p>
          <a:p>
            <a:pPr/>
            <a:r>
              <a:t>省 cache 也省 prefill/training FLOPs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壓縮後對 Q/K（不是 V）做卷積，補回區域上下文</a:t>
            </a:r>
          </a:p>
          <a:p>
            <a:pPr/>
            <a:r>
              <a:t>4:1 GQA；每 token 只啟動 1 個 routed expert</a:t>
            </a:r>
          </a:p>
          <a:p>
            <a:pPr/>
            <a:r>
              <a:t>CCA 論文自報優於 MLA——不是第三方 bake-off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DeepSeek V4 沿序列軸壓縮（CSA/HCA），並用 mHC 加寬 residual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CSA：m=4 + 稀疏 top-k（DSA 風格）</a:t>
            </a:r>
          </a:p>
          <a:p>
            <a:pPr/>
            <a:r>
              <a:t>HCA：m'=128 再對短 cache 做 dense attention</a:t>
            </a:r>
          </a:p>
          <a:p>
            <a:pPr/>
            <a:r>
              <a:t>兩者都保留 128 token 未壓縮近窗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mHC：n=4 平行 residual；Res mapping 投影到雙隨機矩陣</a:t>
            </a:r>
          </a:p>
          <a:p>
            <a:pPr/>
            <a:r>
              <a:t>27B 實作 n=4 訓練時間 +6.7%；原 HC FLOPs 13.36G→13.38G/token</a:t>
            </a:r>
          </a:p>
          <a:p>
            <a:pPr/>
            <a:r>
              <a:t>相對 V3.2、1M：V4-Pro 27% FLOPs / 10% KV；V4-Flash 10% / 7%</a:t>
            </a:r>
          </a:p>
          <a:p>
            <a:pPr/>
            <a:r>
              <a:t>作者：不能說 CSA/HCA 普遍優於 MLA；沒有獨立 ablation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CSA 保細節、HCA 保覆蓋，近窗被兩條路徑共用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08960" y="1965960"/>
            <a:ext cx="5943600" cy="86868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近窗 128 token 未壓縮 KV（兩條路徑都保留）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794760"/>
            <a:ext cx="5029200" cy="1097280"/>
          </a:xfrm>
          <a:prstGeom prst="roundRect">
            <a:avLst/>
          </a:prstGeom>
          <a:solidFill>
            <a:srgbClr val="000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CSA：m=4 + 稀疏 top-k</a:t>
            </a:r>
            <a:br/>
            <a:r>
              <a:t>保細節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3794760"/>
            <a:ext cx="5029200" cy="1097280"/>
          </a:xfrm>
          <a:prstGeom prst="roundRect">
            <a:avLst/>
          </a:prstGeom>
          <a:solidFill>
            <a:srgbClr val="5E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HCA：m'=128 再 dense</a:t>
            </a:r>
            <a:br/>
            <a:r>
              <a:t>保覆蓋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3154680" y="2834640"/>
            <a:ext cx="2926080" cy="96012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0760" y="2834640"/>
            <a:ext cx="2926080" cy="96012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Gemma 4 E2B</a:t>
            </a:r>
          </a:p>
          <a:p>
            <a:pPr/>
            <a:r>
              <a:t>128K bf16</a:t>
            </a:r>
          </a:p>
          <a:p>
            <a:pPr/>
            <a:r>
              <a:t>跨層分享約省 2.7 GB</a:t>
            </a:r>
          </a:p>
          <a:p>
            <a:pPr/>
            <a:r>
              <a:t>（未計滑窗）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r>
              <a:t>Gemma 4 E4B</a:t>
            </a:r>
          </a:p>
          <a:p>
            <a:pPr/>
            <a:r>
              <a:t>128K</a:t>
            </a:r>
          </a:p>
          <a:p>
            <a:pPr/>
            <a:r>
              <a:t>跨層分享約省 6 GB</a:t>
            </a:r>
          </a:p>
          <a:p>
            <a:pPr/>
            <a:r>
              <a:t>（未計滑窗）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r>
              <a:t>V4-Pro @ 1M</a:t>
            </a:r>
          </a:p>
          <a:p>
            <a:pPr/>
            <a:r>
              <a:t>27% FLOPs</a:t>
            </a:r>
          </a:p>
          <a:p>
            <a:pPr/>
            <a:r>
              <a:t>10% KV vs V3.2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r>
              <a:t>V4-Flash @ 1M</a:t>
            </a:r>
          </a:p>
          <a:p>
            <a:pPr/>
            <a:r>
              <a:t>10% FLOPs</a:t>
            </a:r>
          </a:p>
          <a:p>
            <a:pPr/>
            <a:r>
              <a:t>7% KV vs V3.2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跨層分享省的是數 GB；V4 在 1M 把 KV 壓到 V3.2 的 7–10%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來源沒有關閉的問題：品質對成本的 ablation 仍然薄</a:t>
            </a:r>
          </a:p>
          <a:p>
            <a:pPr/>
            <a:r>
              <a:t>跨層 KV sharing 有論文與 Gemma 4 產品化，改動面比 V4 小</a:t>
            </a:r>
          </a:p>
          <a:p>
            <a:pPr/>
            <a:r>
              <a:t>CCA/CSA/HCA 更激進，也更難在我們的 stack 落地</a:t>
            </a:r>
          </a:p>
          <a:p>
            <a:pPr/>
            <a:r>
              <a:t>決策：先 prototype 跨層 KV sharing；V4 級序列壓縮列為觀察項，不作為第一個施工項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先做可逆的跨層 KV sharing，再考慮 CSA/HCA 等級的複雜度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ner Chapter 2020 master content white">
  <a:themeElements>
    <a:clrScheme name="Episode 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FFD6D5"/>
      </a:accent1>
      <a:accent2>
        <a:srgbClr val="004479"/>
      </a:accent2>
      <a:accent3>
        <a:srgbClr val="FEFC78"/>
      </a:accent3>
      <a:accent4>
        <a:srgbClr val="000542"/>
      </a:accent4>
      <a:accent5>
        <a:srgbClr val="FEC306"/>
      </a:accent5>
      <a:accent6>
        <a:srgbClr val="FF2741"/>
      </a:accent6>
      <a:hlink>
        <a:srgbClr val="FFD7FF"/>
      </a:hlink>
      <a:folHlink>
        <a:srgbClr val="FF4C41"/>
      </a:folHlink>
    </a:clrScheme>
    <a:fontScheme name="Aptos">
      <a:majorFont>
        <a:latin typeface="Aptos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ptos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0" tIns="0" rIns="0" bIns="0" rtlCol="0" anchor="ctr"/>
      <a:lstStyle>
        <a:defPPr algn="ctr">
          <a:defRPr sz="15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5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5689EE1F-454F-164F-9F07-0A5A3628CDB9}" vid="{7ACBC569-B1AD-D44F-A40C-8419DD20B6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84E27BF9909C49B6B2071A723661AD" ma:contentTypeVersion="15" ma:contentTypeDescription="Create a new document." ma:contentTypeScope="" ma:versionID="89e60d021bc748d53bc9aa7e10fcb79c">
  <xsd:schema xmlns:xsd="http://www.w3.org/2001/XMLSchema" xmlns:xs="http://www.w3.org/2001/XMLSchema" xmlns:p="http://schemas.microsoft.com/office/2006/metadata/properties" xmlns:ns2="1a430762-0c70-477c-9f99-4f0de377434a" xmlns:ns3="dade0ac3-28db-4265-865b-32f2de5ea973" targetNamespace="http://schemas.microsoft.com/office/2006/metadata/properties" ma:root="true" ma:fieldsID="808a36a81d09e8efd2087cc3a8bb7a3e" ns2:_="" ns3:_="">
    <xsd:import namespace="1a430762-0c70-477c-9f99-4f0de377434a"/>
    <xsd:import namespace="dade0ac3-28db-4265-865b-32f2de5ea9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30762-0c70-477c-9f99-4f0de37743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a1188ef-9c9a-4dc0-823e-f7ecebd9c1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de0ac3-28db-4265-865b-32f2de5ea97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13fb653-ce7f-498a-9118-8c678ae9b656}" ma:internalName="TaxCatchAll" ma:showField="CatchAllData" ma:web="dade0ac3-28db-4265-865b-32f2de5ea9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430762-0c70-477c-9f99-4f0de377434a">
      <Terms xmlns="http://schemas.microsoft.com/office/infopath/2007/PartnerControls"/>
    </lcf76f155ced4ddcb4097134ff3c332f>
    <TaxCatchAll xmlns="dade0ac3-28db-4265-865b-32f2de5ea973" xsi:nil="true"/>
  </documentManagement>
</p:properties>
</file>

<file path=customXml/itemProps1.xml><?xml version="1.0" encoding="utf-8"?>
<ds:datastoreItem xmlns:ds="http://schemas.openxmlformats.org/officeDocument/2006/customXml" ds:itemID="{7A644AE8-F151-4888-8DF4-98D970F781A3}">
  <ds:schemaRefs>
    <ds:schemaRef ds:uri="1a430762-0c70-477c-9f99-4f0de377434a"/>
    <ds:schemaRef ds:uri="dade0ac3-28db-4265-865b-32f2de5ea9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FE6C9F-5342-4768-9383-9F4246D324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B58357-47C5-445B-A342-D73F2F220B72}">
  <ds:schemaRefs>
    <ds:schemaRef ds:uri="1a430762-0c70-477c-9f99-4f0de377434a"/>
    <ds:schemaRef ds:uri="dade0ac3-28db-4265-865b-32f2de5ea97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354cecc-0549-4241-8e61-4e4860470ed6}" enabled="1" method="Standard" siteId="{26ca13d3-00b1-4326-a52f-094eb0cb809a}" removed="0"/>
  <clbl:label id="{a9324442-4656-4fca-b26e-099b64ea741e}" enabled="1" method="Standard" siteId="{18a01ad8-9727-498a-a47d-17374c6fd9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GT America Regular</vt:lpstr>
      <vt:lpstr>Noto Mono</vt:lpstr>
      <vt:lpstr>Aptos</vt:lpstr>
      <vt:lpstr>Arial</vt:lpstr>
      <vt:lpstr>Calibri</vt:lpstr>
      <vt:lpstr>Franklin Gothic Book</vt:lpstr>
      <vt:lpstr>Franklin Gothic Demi</vt:lpstr>
      <vt:lpstr>Lucida Grande</vt:lpstr>
      <vt:lpstr>Inner Chapter 2020 master content white</vt:lpstr>
      <vt:lpstr>think-cell Slide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Alex Wilson</dc:creator>
  <cp:keywords/>
  <dc:description/>
  <cp:lastModifiedBy>Tristan McInnis</cp:lastModifiedBy>
  <cp:revision>10</cp:revision>
  <cp:lastPrinted>2019-10-07T16:23:34Z</cp:lastPrinted>
  <dcterms:created xsi:type="dcterms:W3CDTF">2020-06-09T02:58:34Z</dcterms:created>
  <dcterms:modified xsi:type="dcterms:W3CDTF">2026-01-17T11:45:42Z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0x010100D084E27BF9909C49B6B2071A723661AD</vt:lpwstr>
  </property>
  <property fmtid="{D5CDD505-2E9C-101B-9397-08002B2CF9AE}" pid="3" name="ClassificationContentMarkingFooterLocations">
    <vt:lpwstr>Inner Chapter 2020 master content white:5</vt:lpwstr>
  </property>
  <property fmtid="{D5CDD505-2E9C-101B-9397-08002B2CF9AE}" pid="4" name="ClassificationContentMarkingFooterText">
    <vt:lpwstr>Mondelez International Internal</vt:lpwstr>
  </property>
  <property fmtid="{D5CDD505-2E9C-101B-9397-08002B2CF9AE}" pid="5" name="MediaServiceImageTags">
    <vt:lpwstr/>
  </property>
</Properties>
</file>