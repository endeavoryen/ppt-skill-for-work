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LLM Architecture Update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Gemma 4 / Laguna / ZAYA1 / DeepSeek V4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Internal sharing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Introduction</a:t>
            </a:r>
          </a:p>
          <a:p>
            <a:pPr/>
            <a:r>
              <a:t>Gemma 4</a:t>
            </a:r>
          </a:p>
          <a:p>
            <a:pPr/>
            <a:r>
              <a:t>Laguna XS.2</a:t>
            </a:r>
          </a:p>
          <a:p>
            <a:pPr/>
            <a:r>
              <a:t>ZAYA1-8B</a:t>
            </a:r>
          </a:p>
          <a:p>
            <a:pPr/>
            <a:r>
              <a:t>DeepSeek V4</a:t>
            </a:r>
          </a:p>
          <a:p>
            <a:pPr/>
            <a:r>
              <a:t>Conclusion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LLMs are getting better</a:t>
            </a:r>
          </a:p>
          <a:p>
            <a:pPr/>
            <a:r>
              <a:t>Context is longer</a:t>
            </a:r>
          </a:p>
          <a:p>
            <a:pPr/>
            <a:r>
              <a:t>There are many new models in 2026</a:t>
            </a:r>
          </a:p>
          <a:p>
            <a:pPr/>
            <a:r>
              <a:t>Architecture is important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E2B and E4B for devices</a:t>
            </a:r>
          </a:p>
          <a:p>
            <a:pPr/>
            <a:r>
              <a:t>26B MoE</a:t>
            </a:r>
          </a:p>
          <a:p>
            <a:pPr/>
            <a:r>
              <a:t>31B dense</a:t>
            </a:r>
          </a:p>
          <a:p>
            <a:pPr/>
            <a:r>
              <a:t>Uses GQA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KV sharing across layers</a:t>
            </a:r>
          </a:p>
          <a:p>
            <a:pPr/>
            <a:r>
              <a:t>PLE embeddings</a:t>
            </a:r>
          </a:p>
          <a:p>
            <a:pPr/>
            <a:r>
              <a:t>Saves memory</a:t>
            </a:r>
          </a:p>
          <a:p>
            <a:pPr/>
            <a:r>
              <a:t>Code on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  <a:p>
            <a:pPr/>
            <a:r>
              <a:t>Different query heads per layer</a:t>
            </a:r>
          </a:p>
          <a:p>
            <a:pPr/>
            <a:r>
              <a:t>Similar to OpenELM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XS.2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Compressed Convolutional Attention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  <a:p>
            <a:pPr/>
            <a:r>
              <a:t>Paper on arXiv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  <a:p>
            <a:pPr/>
            <a:r>
              <a:t>Better than V3.2</a:t>
            </a:r>
          </a:p>
          <a:p>
            <a:pPr/>
            <a:r>
              <a:t>Very sparse MoE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